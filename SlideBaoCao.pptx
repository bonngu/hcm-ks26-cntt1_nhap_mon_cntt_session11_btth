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Tình trạng phiếu mượn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A23C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4C9F7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59595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1/10, khoảng 2 phút. Kết luận: 3/4 phiếu chưa hoàn tất (2 đang mượn + 1 quá hạn). Dùng biểu đồ Donut vì dữ liệu là tỷ lệ các phần trong một tổng thể 4 phiếu. Lưu ý mã S099 chưa có trong danh mục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ssertion Title"/>
          <p:cNvSpPr txBox="1"/>
          <p:nvPr/>
        </p:nvSpPr>
        <p:spPr>
          <a:xfrm>
            <a:off x="45720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phiếu mượn tháng 10 chưa hoàn tất, trong đó 1 phiếu đã quá hạn</a:t>
            </a:r>
            <a:endParaRPr lang="en-US" sz="3000" dirty="0"/>
          </a:p>
        </p:txBody>
      </p:sp>
      <p:sp>
        <p:nvSpPr>
          <p:cNvPr id="3" name="Big number"/>
          <p:cNvSpPr txBox="1"/>
          <p:nvPr/>
        </p:nvSpPr>
        <p:spPr>
          <a:xfrm>
            <a:off x="457200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0" dirty="0"/>
          </a:p>
        </p:txBody>
      </p:sp>
      <p:sp>
        <p:nvSpPr>
          <p:cNvPr id="4" name="Big number label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phiếu mượn chưa trả (3/4)</a:t>
            </a:r>
            <a:endParaRPr lang="en-US" sz="1800" dirty="0"/>
          </a:p>
        </p:txBody>
      </p:sp>
      <p:sp>
        <p:nvSpPr>
          <p:cNvPr id="5" name="Side note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sách S099 chưa có trong danh mục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0" y="15544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- Quản lý Thư viện Trường</dc:title>
  <dc:subject>PptxGenJS Presentation</dc:subject>
  <dc:creator>PptxGenJS</dc:creator>
  <cp:lastModifiedBy>PptxGenJS</cp:lastModifiedBy>
  <cp:revision>1</cp:revision>
  <dcterms:created xsi:type="dcterms:W3CDTF">2026-10-21T12:29:54Z</dcterms:created>
  <dcterms:modified xsi:type="dcterms:W3CDTF">2026-10-21T12:29:54Z</dcterms:modified>
</cp:coreProperties>
</file>